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VigilOps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7BFF"/>
                </a:solidFill>
                <a:latin typeface="Arial"/>
              </a:defRPr>
            </a:pPr>
            <a:r>
              <a:t>AI 驱动的智能运维监控平台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商业计划书 · 2026 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Arial"/>
              </a:defRPr>
            </a:pPr>
            <a:r>
              <a:t>开源免费获客 → AI 运维托管服务变现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Arial"/>
              </a:defRPr>
            </a:pPr>
            <a:r>
              <a:t>LChuangNet · 2026-02-25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📌 市场痛点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329184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Arial"/>
              </a:defRPr>
            </a:pPr>
            <a:r>
              <a:t>🔧 工具碎片化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Prometheus + Grafana + ELK + PagerDuty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4-5 个工具拼凑，学习成本高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中小团队运维人力不足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73152" cy="22860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188720"/>
            <a:ext cx="329184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Arial"/>
              </a:defRPr>
            </a:pPr>
            <a:r>
              <a:t>🤖 缺乏 AI 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传统监控只告警不分析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根因分析靠人工经验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重复故障反复踩坑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73152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29184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💰 成本高昂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Datadog: $15/host/月起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New Relic: $25/host/月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中小企业难以承受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73152" cy="2286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840480"/>
            <a:ext cx="52120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Arial"/>
              </a:defRPr>
            </a:pPr>
            <a:r>
              <a:t>🎯 目标客户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10-100 人 AI/互联网团队，有 5-50 台服务器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没有专职运维，开发兼任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用过 Prometheus 但觉得太复杂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愿意为「省心」付费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840480"/>
            <a:ext cx="73152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840480"/>
            <a:ext cx="493776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📊 市场规模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976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中国 AI 团队 10,000+（2026 估计）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运维监控市场 ¥200亿+/年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可触达市场 (SAM): ¥5-10亿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目标年营收: ¥500万（100 客户 × ¥50K）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🛡️ 产品概览 — 已实现功能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24688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3291840" cy="2468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基础监控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服务器 CPU/内存/磁盘/网络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Docker 容器自动发现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22 个前端页面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73152" cy="24688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097280"/>
            <a:ext cx="3291840" cy="2468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Arial"/>
              </a:defRPr>
            </a:pPr>
            <a:r>
              <a:t>服务监控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进程/端口/HTTP 监控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服务拓扑图（力导向布局）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依赖关系可视化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73152" cy="2468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291840" cy="2468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Arial"/>
              </a:defRPr>
            </a:pPr>
            <a:r>
              <a:t>日志管理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Docker 日志自动采集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全文搜索 + 实时流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关键字告警规则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73152" cy="24688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840480"/>
            <a:ext cx="3291840" cy="2468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数据库监控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PostgreSQL/MySQL/Oracle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慢查询 Top 10 分析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连接数/QPS 趋势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80"/>
            <a:ext cx="73152" cy="24688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59" y="3840480"/>
            <a:ext cx="3291840" cy="2468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Arial"/>
              </a:defRPr>
            </a:pPr>
            <a:r>
              <a:t>AI 智能分析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DeepSeek 集成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根因分析 + 日志异常扫描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AI 对话运维助手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840480"/>
            <a:ext cx="73152" cy="246888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840480"/>
            <a:ext cx="3291840" cy="24688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Arial"/>
              </a:defRPr>
            </a:pPr>
            <a:r>
              <a:t>自动修复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6 个内置 Runbook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AI 诊断 → 自动执行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安全审批 + dry-run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💰 商业模式 — 卖服务不卖产品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Arial"/>
              </a:defRPr>
            </a:pPr>
            <a:r>
              <a:t>公司宪法: VigilOps 开源免费 → 获客漏斗 → AI 运维托管服务收费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" cy="3200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🆓 开源版（免费）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全功能监控平台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Docker 一键部署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社区支持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GitHub 开源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目标: 获客 + 建立信任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73152" cy="3200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Arial"/>
              </a:defRPr>
            </a:pPr>
            <a:r>
              <a:t>⭐ 标准托管 ¥699/月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专人部署 + 配置优化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5×8 监控 + 告警响应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月度运维报告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适合: 5-20 台服务器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毛利: ~70%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73152" cy="3200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Arial"/>
              </a:defRPr>
            </a:pPr>
            <a:r>
              <a:t>🚀 高级托管 ¥1,599/月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AI 自动修复全托管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7×24 监控 + 15min 响应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定制告警 + 季度优化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适合: 20-100 台服务器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毛利: ~75%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73152" cy="13716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607040" cy="1371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7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📈 收入预测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6 个月目标: 10 个付费客户 → MRR ¥8,000-12,000 → ARR ¥100K-150K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12 个月目标: 50 个付费客户 → MRR ¥50,000-70,000 → ARR ¥600K-840K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24 个月目标: 100+ 客户 → ARR ¥1.5M-2M, 团队 5-8 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⚔️ 竞争格局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2743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2468879" cy="2743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99"/>
                </a:solidFill>
                <a:latin typeface="Arial"/>
              </a:defRPr>
            </a:pPr>
            <a:r>
              <a:t>Zabbix / Nagios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✅ 成熟稳定, 社区大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配置复杂, 学习曲线陡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无 AI 能力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UI 过时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我们优势: AI + 易用性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097280"/>
            <a:ext cx="73152" cy="2743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097280"/>
            <a:ext cx="2468879" cy="2743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99"/>
                </a:solidFill>
                <a:latin typeface="Arial"/>
              </a:defRPr>
            </a:pPr>
            <a:r>
              <a:t>Prometheus + Grafana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5448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✅ 云原生标准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✅ 灵活强大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需要拼装多个组件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无自动修复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我们优势: 一体化 +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73152" cy="2743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097280"/>
            <a:ext cx="2468879" cy="2743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99"/>
                </a:solidFill>
                <a:latin typeface="Arial"/>
              </a:defRPr>
            </a:pPr>
            <a:r>
              <a:t>Datadog / New Relic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55448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✅ 功能全面, 体验好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贵! $15-25/host/月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数据出境风险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无国内本地化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我们优势: 价格 + 本地化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097280"/>
            <a:ext cx="73152" cy="2743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097280"/>
            <a:ext cx="2103120" cy="2743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88899"/>
                </a:solidFill>
                <a:latin typeface="Arial"/>
              </a:defRPr>
            </a:pPr>
            <a:r>
              <a:t>One API / LiteLLM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5544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✅ API 管理好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只做 LLM 代理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❌ 不做基础设施监控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定位不同, 互补而非竞争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73152" cy="2286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1060704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Arial"/>
              </a:defRPr>
            </a:pPr>
            <a:r>
              <a:t>🏆 VigilOps 差异化定位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唯一同时具备「全栈监控 + AI 根因分析 + 自动修复」的开源平台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面向中国 AI 团队优化: 中文界面 + 国内云适配 + DeepSeek 集成（成本低）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不是卖软件, 是卖「运维省心」— 客户买的是不被半夜叫醒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开源建立信任 → 托管服务锁定长期价值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📊 当前状态 — 真实数据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1828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329184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Arial"/>
              </a:defRPr>
            </a:pPr>
            <a:r>
              <a:t>✅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24 个后端 API 路由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22 个前端页面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一键部署脚本 (install.sh)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ECS 演示环境部署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73152" cy="1828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097280"/>
            <a:ext cx="329184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Arial"/>
              </a:defRPr>
            </a:pPr>
            <a:r>
              <a:t>📝 内容营销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11+ 篇获客文章（已撰写）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CSDN / 知乎 / 掘金 已发布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GitHub README 优化完成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API 文档 + 架构文档齐全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73152" cy="1828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29184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Arial"/>
              </a:defRPr>
            </a:pPr>
            <a:r>
              <a:t>⚠️ 待改善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GitHub: 1 star, 0 fork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付费客户: 0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月收入: ¥0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月成本: ¥388 (ECS)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Arial"/>
              </a:defRPr>
            </a:pPr>
            <a:r>
              <a:t>评估总分: 6.0/10 — 产品扎实, 商业化刚起步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产品完成度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886200"/>
            <a:ext cx="7315200" cy="2743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3886200"/>
            <a:ext cx="5852160" cy="2743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8/10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代码质量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297680"/>
            <a:ext cx="7315200" cy="2743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4297680"/>
            <a:ext cx="5120640" cy="2743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4251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安全性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709160"/>
            <a:ext cx="7315200" cy="2743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0" y="4709160"/>
            <a:ext cx="2926080" cy="2743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4663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4/10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部署运维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120640"/>
            <a:ext cx="7315200" cy="2743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0" y="5120640"/>
            <a:ext cx="5120640" cy="2743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商业化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5532120"/>
            <a:ext cx="7315200" cy="2743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0400" y="5532120"/>
            <a:ext cx="2194560" cy="27432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0" y="5486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Arial"/>
              </a:defRPr>
            </a:pPr>
            <a:r>
              <a:t>3/10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AI 差异化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5943600"/>
            <a:ext cx="7315200" cy="2743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00400" y="5943600"/>
            <a:ext cx="5120640" cy="2743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5897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🎯 行动计划 — 按 ROI 排序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48640" cy="45720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恢复 Demo + 确保 ECS 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097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30min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★★★★★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89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所有获客文章的 CTA 都指向 Demo，挂了=漏斗断裂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48640" cy="45720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56231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推 Docker 镜像到 DockerHub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783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2h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756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用户 3 条命令跑起来 vs 克隆+编译, 转化率差 10x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14600"/>
            <a:ext cx="54864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5420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JWT 密钥 + 数据库定时备份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★★★★☆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7614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安全底线, 出事=信任归零, 投入小回报大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54864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2278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录 2 分钟 Demo 视频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154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3h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★★★★☆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4472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视频转化率是文字的 5-10 倍, 放 README + 文章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54864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9136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GitHub 冷启动 (50 star)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1-2 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★★★☆☆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33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发 HN/Reddit/V2EX, 找朋友 star, 进 awesome-list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572000"/>
            <a:ext cx="54864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5994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首个付费客户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1 个月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★★★☆☆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818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找 3-5 个 AI 团队免费试用 → 转付费, 验证 PMF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257800"/>
            <a:ext cx="548640" cy="4572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2852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完善 CI/CD + 自动化测试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1 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★★☆☆☆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5046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代码质量保障, 支撑后续迭代速度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943600"/>
            <a:ext cx="548640" cy="4572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971032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897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域名 + HTTPS + 官网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897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Arial"/>
              </a:defRPr>
            </a:pPr>
            <a:r>
              <a:t>2-3 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ROI ★★☆☆☆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61904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Arial"/>
              </a:defRPr>
            </a:pPr>
            <a:r>
              <a:t>专业感, vigilops.io 已有域名?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📅 里程碑路线图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651760" cy="45720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2026 Q1 (现在)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Arial"/>
              </a:defRPr>
            </a:pPr>
            <a:r>
              <a:t>🔥 生存期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恢复 Demo + DockerHub 镜像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安全加固 (JWT + 备份)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GitHub 达到 50 star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首个免费试用客户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265176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2026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Arial"/>
              </a:defRPr>
            </a:pPr>
            <a:r>
              <a:t>🌱 验证期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5-10 个付费客户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MRR ¥5,000-8,000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域名 + HTTPS + 官网上线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CI/CD 流水线完善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265176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2026 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FF"/>
                </a:solidFill>
                <a:latin typeface="Arial"/>
              </a:defRPr>
            </a:pPr>
            <a:r>
              <a:t>📈 增长期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30-50 个付费客户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MRR ¥30,000-50,000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GitHub 500+ star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招聘第 2-3 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188720"/>
            <a:ext cx="2651760" cy="4572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207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2026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97B"/>
                </a:solidFill>
                <a:latin typeface="Arial"/>
              </a:defRPr>
            </a:pPr>
            <a:r>
              <a:t>🚀 规模期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100+ 客户, ARR ¥1M+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产品迭代: 移动端/国际化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考虑种子轮融资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Arial"/>
              </a:defRPr>
            </a:pPr>
            <a:r>
              <a:t>团队 5-8 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Arial"/>
              </a:defRPr>
            </a:pPr>
            <a:r>
              <a:t>关键指标目标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Arial"/>
              </a:defRPr>
            </a:pPr>
            <a:r>
              <a:t>GitHub Star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 → 50 → 500+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Arial"/>
              </a:defRPr>
            </a:pPr>
            <a:r>
              <a:t>付费客户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 → 10 →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Arial"/>
              </a:defRPr>
            </a:pPr>
            <a:r>
              <a:t>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¥0 → ¥8K → ¥80K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Arial"/>
              </a:defRPr>
            </a:pPr>
            <a:r>
              <a:t>月成本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¥388 → ¥2K → ¥15K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⚠️ 风险分析与对策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640080" cy="4114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61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风险: 获客困难, 开源项目淹没在海量项目中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44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对策: 聚焦中国 AI 团队垂直社区, 内容营销 + 口碑传播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59"/>
            <a:ext cx="640080" cy="411480"/>
          </a:xfrm>
          <a:prstGeom prst="round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风险: 一人团队, 开发/运营/销售全靠创始人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96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对策: AI 辅助开发效率 10x, 优先自动化, 收入到位后招人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64008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风险: 大厂跟进 (阿里云/腾讯云出类似产品)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47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对策: 深耕中小客户, 大厂不会做 ¥699 的服务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79"/>
            <a:ext cx="640080" cy="4114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风险: 技术债累积, AI 生成代码质量问题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943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对策: 持续重构, 建立 CI/CD, 核心模块人工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640080" cy="4114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675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风险: DeepSeek API 不可用/涨价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50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  <a:latin typeface="Arial"/>
              </a:defRPr>
            </a:pPr>
            <a:r>
              <a:t>对策: 抽象 AI 层, 支持多 provider 切换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7B"/>
                </a:solidFill>
                <a:latin typeface="Arial"/>
              </a:defRPr>
            </a:pPr>
            <a:r>
              <a:t>核心策略: 用 AI 把一个人变成一个团队, 用开源把获客成本降到零, 用服务把 LTV 拉到最大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🎯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Arial"/>
              </a:defRPr>
            </a:pPr>
            <a:r>
              <a:t>VigilOps = 开源监控 + AI 运维 + 托管服务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  <a:r>
              <a:t>✅ 产品已达 MVP+: 24 API + 22 页面 + AI 分析 + 自动修复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  <a:r>
              <a:t>✅ 商业模式清晰: 开源获客 → 托管服务变现 (毛利 70%+)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  <a:r>
              <a:t>✅ 差异化明确: 唯一「监控 + AI + 自修复」开源一体化平台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  <a:r>
              <a:t>⚡ 当务之急: 让人看到 → 让人用到 → 让人付费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  <a:r>
              <a:t>⚡ 本周必做: 恢复 Demo + 推 DockerHub + 安全加固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Arial"/>
              </a:defRPr>
            </a:pPr>
            <a:r>
              <a:t>⚡ 本月目标: 50 GitHub star + 首个试用客户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97B"/>
                </a:solidFill>
                <a:latin typeface="Arial"/>
              </a:defRPr>
            </a:pPr>
            <a:r>
              <a:t>「不是在造轮子, 是在造一个会自我修复的轮子」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